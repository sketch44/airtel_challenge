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557a65536b764a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557a65536b764a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-Front-2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ubmission Inside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